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1" autoAdjust="0"/>
    <p:restoredTop sz="94822" autoAdjust="0"/>
  </p:normalViewPr>
  <p:slideViewPr>
    <p:cSldViewPr snapToGrid="0">
      <p:cViewPr varScale="1">
        <p:scale>
          <a:sx n="110" d="100"/>
          <a:sy n="110" d="100"/>
        </p:scale>
        <p:origin x="124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A9E4-1529-4367-B8BE-34B6E2449903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71E79-6D67-4CBE-AD58-4BF52401270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212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71E79-6D67-4CBE-AD58-4BF52401270A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62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77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1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62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92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8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02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34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9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19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714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5033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5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63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274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90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84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rgbClr val="F2A02C"/>
            </a:gs>
            <a:gs pos="8000">
              <a:srgbClr val="ED9125"/>
            </a:gs>
            <a:gs pos="0">
              <a:srgbClr val="F6AB31"/>
            </a:gs>
            <a:gs pos="9000">
              <a:schemeClr val="bg2">
                <a:tint val="97000"/>
                <a:hueMod val="162000"/>
                <a:satMod val="200000"/>
                <a:lumMod val="124000"/>
              </a:schemeClr>
            </a:gs>
            <a:gs pos="63000">
              <a:schemeClr val="bg2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865F621-9F77-409B-87C2-BEAA1C35D7BC}" type="datetimeFigureOut">
              <a:rPr lang="ru-RU" smtClean="0"/>
              <a:pPr/>
              <a:t>25.07.2022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204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390084" y="4995522"/>
            <a:ext cx="27539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Разработал студент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611878" y="6488668"/>
            <a:ext cx="20514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г. Заволжье, 2022</a:t>
            </a:r>
          </a:p>
        </p:txBody>
      </p:sp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738527" y="151855"/>
            <a:ext cx="574670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Министерство образования Нижегородской области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Образовательное учреждение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«Заволжский автомоторный техникум»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182878" y="1950441"/>
            <a:ext cx="6858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Курсовой проект</a:t>
            </a:r>
          </a:p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Тема: Разработка автоматизированной информационной системы по ведению базы данных расчета и учета оплаты ЖКХ</a:t>
            </a:r>
          </a:p>
        </p:txBody>
      </p:sp>
    </p:spTree>
    <p:extLst>
      <p:ext uri="{BB962C8B-B14F-4D97-AF65-F5344CB8AC3E}">
        <p14:creationId xmlns:p14="http://schemas.microsoft.com/office/powerpoint/2010/main" val="204244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483678" y="28677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Введение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38782" y="660850"/>
            <a:ext cx="7241881" cy="5805264"/>
          </a:xfrm>
        </p:spPr>
        <p:txBody>
          <a:bodyPr>
            <a:norm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Автоматизированные информационные системы нашли своё место и в ведении расчета и учета оплаты ЖКХ. Они позволяют автоматизировать просмотр оплаченных, неоплаченных счетов и формирование квитанций по оплате услуг ЖКХ.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АИС способны повысить производительность работы персонала, улучшить качество обслуживания клиентов, снизить трудоемкость и напряженность труда персонала, снизить количество ошибок в действиях персонала.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Целью является разработка автоматизированной информационной системы для учета оплаченных и неоплаченных счетов ЖКХ, и дальнейшего вывода отчета в 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 Word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Назначение разработки</a:t>
            </a:r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371028" y="260648"/>
            <a:ext cx="7658156" cy="5805264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Автоматизированная информационная система по ведению базы данных расчета и уплаты ЖКХ предназначена для автоматизации формирования квитанций и учета оплаты ЖКХ.</a:t>
            </a:r>
          </a:p>
        </p:txBody>
      </p:sp>
    </p:spTree>
    <p:extLst>
      <p:ext uri="{BB962C8B-B14F-4D97-AF65-F5344CB8AC3E}">
        <p14:creationId xmlns:p14="http://schemas.microsoft.com/office/powerpoint/2010/main" val="111081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Требования к функциональный характеристикам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1052736"/>
            <a:ext cx="7819086" cy="5805264"/>
          </a:xfrm>
        </p:spPr>
        <p:txBody>
          <a:bodyPr>
            <a:noAutofit/>
          </a:bodyPr>
          <a:lstStyle/>
          <a:p>
            <a:pPr indent="45000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Автоматизированная информационная система расчета и учета оплаты ЖКХ должна обеспечивать выполнение следующих функций: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авторизация (главный администратор, диспетчер);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ведение и редактирование данных (добавление, удаление, редактирование);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текущего состояния об оплате счета;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изменение статуса об оплате счета;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квитанции за месяц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расчет стоимости оплаты за месяц;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составление отчёта учета оплаченных квитанций за месяц;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поиск записей с помощью фильтра (по лицевому счету).</a:t>
            </a:r>
          </a:p>
        </p:txBody>
      </p:sp>
    </p:spTree>
    <p:extLst>
      <p:ext uri="{BB962C8B-B14F-4D97-AF65-F5344CB8AC3E}">
        <p14:creationId xmlns:p14="http://schemas.microsoft.com/office/powerpoint/2010/main" val="271152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Входные и выходные данные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1052736"/>
            <a:ext cx="7241881" cy="5805264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Входная информация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ввод номера лицевого счета.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Выходная информация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отчета по оплате счетов ЖКХ, вывод квитанции на печать в файле </a:t>
            </a:r>
            <a:r>
              <a:rPr lang="en-US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Word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1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Системные требования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271176" y="1052736"/>
            <a:ext cx="8785737" cy="54699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Минимальные системные требования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тактовая частота процессора - 2000 Гц;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объем оперативной памяти 2 Гб;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объем свободного дискового пространства 50 МБ;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разрешение монитора 1366х768;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наличие устройства чтения компакт-дисков.</a:t>
            </a:r>
          </a:p>
        </p:txBody>
      </p:sp>
    </p:spTree>
    <p:extLst>
      <p:ext uri="{BB962C8B-B14F-4D97-AF65-F5344CB8AC3E}">
        <p14:creationId xmlns:p14="http://schemas.microsoft.com/office/powerpoint/2010/main" val="246529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Требования к программной документации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6" y="1052736"/>
            <a:ext cx="8785737" cy="54699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документами регламентирующие разработку системы являются (в ходе разработки программы должны быть подготовлены):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текст программы;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пояснительная записка;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руководство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99466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0739" y="479150"/>
            <a:ext cx="8715375" cy="61813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Проектирование</a:t>
            </a:r>
          </a:p>
        </p:txBody>
      </p:sp>
      <p:sp>
        <p:nvSpPr>
          <p:cNvPr id="8" name="Овал 7"/>
          <p:cNvSpPr/>
          <p:nvPr/>
        </p:nvSpPr>
        <p:spPr>
          <a:xfrm>
            <a:off x="761383" y="3705727"/>
            <a:ext cx="3096344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СТРУКТУРНОЕ </a:t>
            </a:r>
          </a:p>
        </p:txBody>
      </p:sp>
      <p:sp>
        <p:nvSpPr>
          <p:cNvPr id="9" name="Овал 8"/>
          <p:cNvSpPr/>
          <p:nvPr/>
        </p:nvSpPr>
        <p:spPr>
          <a:xfrm>
            <a:off x="4380412" y="3705727"/>
            <a:ext cx="4053506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ОБЪЕКТНО-ОРИЕНТИРОВАННОЕ </a:t>
            </a:r>
          </a:p>
        </p:txBody>
      </p:sp>
      <p:cxnSp>
        <p:nvCxnSpPr>
          <p:cNvPr id="16" name="Прямая со стрелкой 15"/>
          <p:cNvCxnSpPr>
            <a:stCxn id="7" idx="2"/>
            <a:endCxn id="8" idx="0"/>
          </p:cNvCxnSpPr>
          <p:nvPr/>
        </p:nvCxnSpPr>
        <p:spPr>
          <a:xfrm flipH="1">
            <a:off x="2309555" y="1097280"/>
            <a:ext cx="2348872" cy="260844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7" idx="2"/>
            <a:endCxn id="9" idx="0"/>
          </p:cNvCxnSpPr>
          <p:nvPr/>
        </p:nvCxnSpPr>
        <p:spPr>
          <a:xfrm>
            <a:off x="4658427" y="1097280"/>
            <a:ext cx="1748738" cy="260844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07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 вариантов использования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283732-1386-409D-A9CD-18621CB2622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0199" y="1479045"/>
            <a:ext cx="4008755" cy="525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870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801798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 деятельности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5D2518-1B8C-480C-AE2A-93BF74853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143" y="1465546"/>
            <a:ext cx="4307713" cy="48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0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6015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cap="none" dirty="0">
                <a:latin typeface="Times New Roman" pitchFamily="18" charset="0"/>
                <a:cs typeface="Times New Roman" pitchFamily="18" charset="0"/>
              </a:rPr>
              <a:t>ER-</a:t>
            </a:r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flipV="1">
            <a:off x="2251078" y="221391"/>
            <a:ext cx="71249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D78C8A-9093-4887-9BD7-B96606BFC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03" y="1464162"/>
            <a:ext cx="6112193" cy="418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6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315080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Прототип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1246908"/>
            <a:ext cx="7514286" cy="4735881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При проектировании программного продукта был выбран горизонтальный прототип, так как его используют, когда необходимо прояснить нечёткие требования, имеющие многоальтернативную реализацию. 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Горизонтальный прототип помогает визуально смоделировать макет разрабатываемого программного продукта, не беря во внимание его будущие функциональные характеристики.</a:t>
            </a:r>
          </a:p>
        </p:txBody>
      </p:sp>
    </p:spTree>
    <p:extLst>
      <p:ext uri="{BB962C8B-B14F-4D97-AF65-F5344CB8AC3E}">
        <p14:creationId xmlns:p14="http://schemas.microsoft.com/office/powerpoint/2010/main" val="126853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Выбор средств разработки</a:t>
            </a:r>
          </a:p>
        </p:txBody>
      </p:sp>
      <p:pic>
        <p:nvPicPr>
          <p:cNvPr id="5" name="Объект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1460924" y="1719262"/>
            <a:ext cx="60579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0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0D57AA-61DD-45D9-BDFE-45D3EFDA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2009775"/>
            <a:ext cx="37528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70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F17BC1-FC04-4ED1-9B93-47F0128A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195387"/>
            <a:ext cx="64960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0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B42FBD-2991-4C69-A4EE-81B41F25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51" y="1382579"/>
            <a:ext cx="6905897" cy="409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13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1E28F5-9F5D-44B0-8B06-51CFEDB2F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61" y="1404254"/>
            <a:ext cx="7042826" cy="404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6DB76C-050D-4FD7-9216-CD7ED1E4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654306"/>
            <a:ext cx="7429500" cy="35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93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01DEDF-5617-4BBC-8DD6-A69255AE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722144"/>
            <a:ext cx="7566660" cy="34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2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A2630F-FD23-4396-865F-48773745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1" y="1192230"/>
            <a:ext cx="7100146" cy="44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2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60A34F-5641-4148-B4A0-2B81C40E1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234" y="1357831"/>
            <a:ext cx="6149531" cy="41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1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43E195-BECA-458B-9152-4F52E766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1543050"/>
            <a:ext cx="58769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Заключение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285031" y="726884"/>
            <a:ext cx="7427200" cy="4755881"/>
          </a:xfrm>
        </p:spPr>
        <p:txBody>
          <a:bodyPr>
            <a:no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  <a:buNone/>
            </a:pP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  <a:buNone/>
            </a:pP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выполнение курсового проекта была разработана автоматизированная информационная система по ведению базы данных расчета и учета оплаты ЖКХ. </a:t>
            </a: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</a:rPr>
              <a:t>Автоматизированная информационная система предназначена для оптимизации работы диспетчера ЖКХ, за счёт облегчения заполнения данных, ведения учёта оплаченных и неоплаченных счетов, отчёт за выбранный период времени. 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Автоматизированная информационная система выполняет: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статуса счета плательщика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информации базы данных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добавление, удаление и редактирование информации в базе данных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печать платежного договора оплаты услуг ЖКХ;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ввода нового тарифа ЖКХ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стоимости оплаты ЖКХ за месяц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БД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 возможна доработка программы, добавление новых функций по ведению базы данных.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52149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147</TotalTime>
  <Words>244</Words>
  <Application>Microsoft Office PowerPoint</Application>
  <PresentationFormat>Экран (4:3)</PresentationFormat>
  <Paragraphs>73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Calibri</vt:lpstr>
      <vt:lpstr>Century Gothic</vt:lpstr>
      <vt:lpstr>Symbol</vt:lpstr>
      <vt:lpstr>Times New Roman</vt:lpstr>
      <vt:lpstr>Wingdings 3</vt:lpstr>
      <vt:lpstr>Сектор</vt:lpstr>
      <vt:lpstr>Презентация PowerPoint</vt:lpstr>
      <vt:lpstr>Введение</vt:lpstr>
      <vt:lpstr>Назначение разработки</vt:lpstr>
      <vt:lpstr>Требования к функциональный характеристикам</vt:lpstr>
      <vt:lpstr>Входные и выходные данные</vt:lpstr>
      <vt:lpstr>Системные требования</vt:lpstr>
      <vt:lpstr>Требования к программной документации</vt:lpstr>
      <vt:lpstr>Проектирование</vt:lpstr>
      <vt:lpstr>Диаграмма вариантов использования</vt:lpstr>
      <vt:lpstr>Диаграмма деятельности</vt:lpstr>
      <vt:lpstr>ER-диаграмма</vt:lpstr>
      <vt:lpstr>Прототип</vt:lpstr>
      <vt:lpstr>Выбор средств разработки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Роман Отмятый</cp:lastModifiedBy>
  <cp:revision>57</cp:revision>
  <dcterms:created xsi:type="dcterms:W3CDTF">2022-04-17T16:10:03Z</dcterms:created>
  <dcterms:modified xsi:type="dcterms:W3CDTF">2022-07-25T05:41:25Z</dcterms:modified>
</cp:coreProperties>
</file>