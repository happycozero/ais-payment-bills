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22" autoAdjust="0"/>
  </p:normalViewPr>
  <p:slideViewPr>
    <p:cSldViewPr snapToGrid="0">
      <p:cViewPr varScale="1">
        <p:scale>
          <a:sx n="110" d="100"/>
          <a:sy n="110" d="100"/>
        </p:scale>
        <p:origin x="16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A9E4-1529-4367-B8BE-34B6E2449903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71E79-6D67-4CBE-AD58-4BF52401270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212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171E79-6D67-4CBE-AD58-4BF52401270A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62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58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8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69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26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32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11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59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27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8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28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232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1191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51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6674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132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810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3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89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390084" y="4995522"/>
            <a:ext cx="275391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ru-RU" dirty="0">
                <a:latin typeface="Times New Roman" pitchFamily="18" charset="0"/>
                <a:cs typeface="Times New Roman" pitchFamily="18" charset="0"/>
              </a:rPr>
              <a:t>Разработал студент </a:t>
            </a:r>
          </a:p>
          <a:p>
            <a:pPr algn="r"/>
            <a:r>
              <a:rPr lang="ru-RU" dirty="0">
                <a:latin typeface="Times New Roman" pitchFamily="18" charset="0"/>
                <a:cs typeface="Times New Roman" pitchFamily="18" charset="0"/>
              </a:rPr>
              <a:t>группы ПС-19Б</a:t>
            </a:r>
          </a:p>
          <a:p>
            <a:pPr algn="r"/>
            <a:r>
              <a:rPr lang="ru-RU" dirty="0">
                <a:latin typeface="Times New Roman" pitchFamily="18" charset="0"/>
                <a:cs typeface="Times New Roman" pitchFamily="18" charset="0"/>
              </a:rPr>
              <a:t>Дикарев Роман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611878" y="6488668"/>
            <a:ext cx="20514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г. Заволжье, 2022</a:t>
            </a:r>
          </a:p>
        </p:txBody>
      </p:sp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738527" y="151855"/>
            <a:ext cx="574670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Министерство образования Нижегородской области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Образовательное учреждение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«Заволжский автомоторный техникум»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182878" y="1950441"/>
            <a:ext cx="6858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2700" dirty="0">
                <a:latin typeface="Times New Roman" pitchFamily="18" charset="0"/>
                <a:cs typeface="Times New Roman" pitchFamily="18" charset="0"/>
              </a:rPr>
              <a:t>Курсовой проект</a:t>
            </a:r>
          </a:p>
          <a:p>
            <a:pPr algn="ctr"/>
            <a:r>
              <a:rPr lang="ru-RU" sz="2700" dirty="0">
                <a:latin typeface="Times New Roman" pitchFamily="18" charset="0"/>
                <a:cs typeface="Times New Roman" pitchFamily="18" charset="0"/>
              </a:rPr>
              <a:t>Тема: Разработка автоматизированной информационной системы по ведению базы данных расчета и учета оплаты ЖКХ</a:t>
            </a:r>
          </a:p>
        </p:txBody>
      </p:sp>
    </p:spTree>
    <p:extLst>
      <p:ext uri="{BB962C8B-B14F-4D97-AF65-F5344CB8AC3E}">
        <p14:creationId xmlns:p14="http://schemas.microsoft.com/office/powerpoint/2010/main" val="204244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483678" y="28677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Введение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38782" y="660850"/>
            <a:ext cx="7241881" cy="5805264"/>
          </a:xfrm>
        </p:spPr>
        <p:txBody>
          <a:bodyPr>
            <a:norm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Автоматизированные информационные системы нашли своё место и в ведении расчета и учета оплаты ЖКХ. Они позволяют автоматизировать просмотр оплаченных, неоплаченных счетов и формирование квитанций по оплате услуг ЖКХ.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АИС способны повысить производительность работы персонала, улучшить качество обслуживания клиентов, снизить трудоемкость и напряженность труда персонала, снизить количество ошибок в действиях персонала.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Целью является разработка автоматизированной информационной системы для учета оплаченных и неоплаченных счетов ЖКХ, и дальнейшего вывода отчета в 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 Word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-24562" y="260648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Назначение разработки</a:t>
            </a:r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371028" y="260648"/>
            <a:ext cx="7658156" cy="5805264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Автоматизированная информационная система по ведению базы данных расчета и уплаты ЖКХ предназначена для автоматизации формирования квитанций и учета оплаты ЖКХ.</a:t>
            </a:r>
          </a:p>
        </p:txBody>
      </p:sp>
    </p:spTree>
    <p:extLst>
      <p:ext uri="{BB962C8B-B14F-4D97-AF65-F5344CB8AC3E}">
        <p14:creationId xmlns:p14="http://schemas.microsoft.com/office/powerpoint/2010/main" val="111081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24562" y="260648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Требования к функциональный характеристикам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7" y="1052736"/>
            <a:ext cx="7819086" cy="5805264"/>
          </a:xfrm>
        </p:spPr>
        <p:txBody>
          <a:bodyPr>
            <a:noAutofit/>
          </a:bodyPr>
          <a:lstStyle/>
          <a:p>
            <a:pPr indent="45000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Автоматизированная информационная система расчета и учета оплаты ЖКХ должна обеспечивать выполнение следующих функций: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авторизация (главный администратор, диспетчер);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ведение и редактирование данных (добавление, удаление, редактирование);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текущего состояния об оплате счета;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изменение статуса об оплате счета;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квитанции за месяц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расчет стоимости оплаты за месяц;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составление отчёта учета оплаченных квитанций за месяц;</a:t>
            </a:r>
          </a:p>
          <a:p>
            <a:pPr marL="342900" lvl="0" indent="4500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поиск записей с помощью фильтра (по лицевому счету).</a:t>
            </a:r>
          </a:p>
        </p:txBody>
      </p:sp>
    </p:spTree>
    <p:extLst>
      <p:ext uri="{BB962C8B-B14F-4D97-AF65-F5344CB8AC3E}">
        <p14:creationId xmlns:p14="http://schemas.microsoft.com/office/powerpoint/2010/main" val="271152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Входные и выходные данные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7" y="1052736"/>
            <a:ext cx="7241881" cy="5805264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Входная информация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ввод номера лицевого счета.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Выходная информация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отчета по оплате счетов ЖКХ, вывод квитанции на печать в файле </a:t>
            </a:r>
            <a:r>
              <a:rPr lang="en-US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Word</a:t>
            </a: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1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Системные требования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271176" y="1052736"/>
            <a:ext cx="8785737" cy="54699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30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Минимальные системные требования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тактовая частота процессора - 2000 Гц;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объем оперативной памяти 2 Гб;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объем свободного дискового пространства 50 МБ;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разрешение монитора 1366х768;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наличие устройства чтения компакт-дисков.</a:t>
            </a:r>
          </a:p>
        </p:txBody>
      </p:sp>
    </p:spTree>
    <p:extLst>
      <p:ext uri="{BB962C8B-B14F-4D97-AF65-F5344CB8AC3E}">
        <p14:creationId xmlns:p14="http://schemas.microsoft.com/office/powerpoint/2010/main" val="246529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Требования к программной документации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6" y="1052736"/>
            <a:ext cx="8785737" cy="54699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документами регламентирующие разработку системы являются (в ходе разработки программы должны быть подготовлены):</a:t>
            </a:r>
          </a:p>
          <a:p>
            <a:pPr algn="just"/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текст программы;</a:t>
            </a:r>
          </a:p>
          <a:p>
            <a:pPr algn="just"/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пояснительная записка;</a:t>
            </a:r>
          </a:p>
          <a:p>
            <a:pPr algn="just"/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руководство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99466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0739" y="479150"/>
            <a:ext cx="8715375" cy="61813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Проектирование</a:t>
            </a:r>
          </a:p>
        </p:txBody>
      </p:sp>
      <p:sp>
        <p:nvSpPr>
          <p:cNvPr id="8" name="Овал 7"/>
          <p:cNvSpPr/>
          <p:nvPr/>
        </p:nvSpPr>
        <p:spPr>
          <a:xfrm>
            <a:off x="761383" y="3705727"/>
            <a:ext cx="3096344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СТРУКТУРНОЕ </a:t>
            </a:r>
          </a:p>
        </p:txBody>
      </p:sp>
      <p:sp>
        <p:nvSpPr>
          <p:cNvPr id="9" name="Овал 8"/>
          <p:cNvSpPr/>
          <p:nvPr/>
        </p:nvSpPr>
        <p:spPr>
          <a:xfrm>
            <a:off x="4380412" y="3705727"/>
            <a:ext cx="4053506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ОБЪЕКТНО-ОРИЕНТИРОВАННОЕ </a:t>
            </a:r>
          </a:p>
        </p:txBody>
      </p:sp>
      <p:cxnSp>
        <p:nvCxnSpPr>
          <p:cNvPr id="16" name="Прямая со стрелкой 15"/>
          <p:cNvCxnSpPr>
            <a:stCxn id="7" idx="2"/>
            <a:endCxn id="8" idx="0"/>
          </p:cNvCxnSpPr>
          <p:nvPr/>
        </p:nvCxnSpPr>
        <p:spPr>
          <a:xfrm flipH="1">
            <a:off x="2309555" y="1097280"/>
            <a:ext cx="2348872" cy="2608447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7" idx="2"/>
            <a:endCxn id="9" idx="0"/>
          </p:cNvCxnSpPr>
          <p:nvPr/>
        </p:nvCxnSpPr>
        <p:spPr>
          <a:xfrm>
            <a:off x="4658427" y="1097280"/>
            <a:ext cx="1748738" cy="2608447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070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Диаграмма вариантов использования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283732-1386-409D-A9CD-18621CB2622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0199" y="1479045"/>
            <a:ext cx="4008755" cy="525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8704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801798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Диаграмма деятельности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71749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5D2518-1B8C-480C-AE2A-93BF74853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143" y="1465546"/>
            <a:ext cx="4307713" cy="487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01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6015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cap="none" dirty="0">
                <a:latin typeface="Times New Roman" pitchFamily="18" charset="0"/>
                <a:cs typeface="Times New Roman" pitchFamily="18" charset="0"/>
              </a:rPr>
              <a:t>ER-</a:t>
            </a:r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диаграмма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71749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flipV="1">
            <a:off x="2251078" y="221391"/>
            <a:ext cx="71249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66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315080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Прототип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271177" y="904690"/>
            <a:ext cx="7514286" cy="5078100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При проектировании программного продукта был выбран горизонтальный прототип, так как его используют, когда необходимо прояснить нечёткие требования, имеющие многоальтернативную реализацию. </a:t>
            </a:r>
          </a:p>
          <a:p>
            <a:pPr marL="0" indent="457200" algn="just">
              <a:lnSpc>
                <a:spcPct val="150000"/>
              </a:lnSpc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Горизонтальный прототип помогает визуально смоделировать макет разрабатываемого программного продукта, не беря во внимание его будущие функциональные характеристики.</a:t>
            </a:r>
          </a:p>
        </p:txBody>
      </p:sp>
    </p:spTree>
    <p:extLst>
      <p:ext uri="{BB962C8B-B14F-4D97-AF65-F5344CB8AC3E}">
        <p14:creationId xmlns:p14="http://schemas.microsoft.com/office/powerpoint/2010/main" val="126853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Выбор средств разработки</a:t>
            </a:r>
          </a:p>
        </p:txBody>
      </p:sp>
      <p:pic>
        <p:nvPicPr>
          <p:cNvPr id="5" name="Объект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-490" t="-1554" r="490" b="1554"/>
          <a:stretch/>
        </p:blipFill>
        <p:spPr>
          <a:xfrm>
            <a:off x="1817597" y="1321194"/>
            <a:ext cx="5328592" cy="392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06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72E769-78C5-4026-83B2-E416F31F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67" y="1654812"/>
            <a:ext cx="4788465" cy="35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70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70C26F-29C6-4331-AF4B-B681F1BBE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1790700"/>
            <a:ext cx="650557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0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75AA58-1536-43BF-A9DF-66D87BFEC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707" y="1525324"/>
            <a:ext cx="6538586" cy="380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13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C431A4-9ABB-407A-97EE-F2D73ACB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016" y="1755294"/>
            <a:ext cx="5999967" cy="377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3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1329493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9B45B9-49EE-48E8-B060-38C65D0BE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1375384"/>
            <a:ext cx="65627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2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360732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43DA47-566A-4D22-B418-06C1B06B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1985962"/>
            <a:ext cx="25717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1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>
                <a:latin typeface="Times New Roman" pitchFamily="18" charset="0"/>
                <a:cs typeface="Times New Roman" pitchFamily="18" charset="0"/>
              </a:rPr>
              <a:t>Заключение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271177" y="1100957"/>
            <a:ext cx="7427200" cy="47558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выполнение курсового проекта была разработана автоматизированная информационная система по ведению базы данных расчета и учета оплаты ЖКХ. Автоматизированная информационная система предназначена для оптимизации работы типографии, за счет облегчения оформления заказов, ведения учета материалов и заказов, а также оформления отчета продаж и отчета расхода материалов за выбранный промежуток времени.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Автоматизированная информационная система выполняет: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статуса счета плательщика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информации базы данных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добавление, удаление и редактирование информации в базе данных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печать платежного договора оплаты услуг ЖКХ;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 ввода нового тарифа ЖКХ.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стоимости оплаты ЖКХ за месяц</a:t>
            </a:r>
          </a:p>
          <a:p>
            <a:pPr marL="0" lvl="2"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БД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дальнейшем возможна доработка программы, добавление новых функций по ведению базы данных.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52149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114</TotalTime>
  <Words>520</Words>
  <Application>Microsoft Office PowerPoint</Application>
  <PresentationFormat>Экран (4:3)</PresentationFormat>
  <Paragraphs>71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Calibri</vt:lpstr>
      <vt:lpstr>Century Gothic</vt:lpstr>
      <vt:lpstr>Symbol</vt:lpstr>
      <vt:lpstr>Times New Roman</vt:lpstr>
      <vt:lpstr>Wingdings 3</vt:lpstr>
      <vt:lpstr>Сектор</vt:lpstr>
      <vt:lpstr>Презентация PowerPoint</vt:lpstr>
      <vt:lpstr>Введение</vt:lpstr>
      <vt:lpstr>Назначение разработки</vt:lpstr>
      <vt:lpstr>Требования к функциональный характеристикам</vt:lpstr>
      <vt:lpstr>Входные и выходные данные</vt:lpstr>
      <vt:lpstr>Системные требования</vt:lpstr>
      <vt:lpstr>Требования к программной документации</vt:lpstr>
      <vt:lpstr>Проектирование</vt:lpstr>
      <vt:lpstr>Диаграмма вариантов использования</vt:lpstr>
      <vt:lpstr>Диаграмма деятельности</vt:lpstr>
      <vt:lpstr>ER-диаграмма</vt:lpstr>
      <vt:lpstr>Прототип</vt:lpstr>
      <vt:lpstr>Выбор средств разработки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Роман Отмятый</cp:lastModifiedBy>
  <cp:revision>52</cp:revision>
  <dcterms:created xsi:type="dcterms:W3CDTF">2022-04-17T16:10:03Z</dcterms:created>
  <dcterms:modified xsi:type="dcterms:W3CDTF">2022-05-06T03:36:15Z</dcterms:modified>
</cp:coreProperties>
</file>